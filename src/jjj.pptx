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F5EE6-C24D-4849-988E-51B2696765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-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-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135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4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99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239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69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7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052000" y="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45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09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14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50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79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52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84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20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60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90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93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22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63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30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33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01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71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73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3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8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31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360" y="1915200"/>
            <a:ext cx="907164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499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-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9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39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69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09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0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79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20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60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90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30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01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71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8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"/>
          <p:cNvGrpSpPr/>
          <p:nvPr/>
        </p:nvGrpSpPr>
        <p:grpSpPr>
          <a:xfrm>
            <a:off x="-360000" y="4896000"/>
            <a:ext cx="10854000" cy="1260000"/>
            <a:chOff x="-360000" y="4896000"/>
            <a:chExt cx="10854000" cy="1260000"/>
          </a:xfrm>
        </p:grpSpPr>
        <p:sp>
          <p:nvSpPr>
            <p:cNvPr id="83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>
              <a:off x="7326000" y="4896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1"/>
          </p:nvPr>
        </p:nvSpPr>
        <p:spPr>
          <a:xfrm>
            <a:off x="342000" y="4914360"/>
            <a:ext cx="24012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ftr" idx="2"/>
          </p:nvPr>
        </p:nvSpPr>
        <p:spPr>
          <a:xfrm>
            <a:off x="2744640" y="4914000"/>
            <a:ext cx="4581000" cy="70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3"/>
          </p:nvPr>
        </p:nvSpPr>
        <p:spPr>
          <a:xfrm>
            <a:off x="8494200" y="4914000"/>
            <a:ext cx="11430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fld id="{0CDA8B8B-DE78-4079-B50B-F46A9632747C}" type="slidenum">
              <a:rPr b="0" lang="ru-RU" sz="1400" spc="-1" strike="noStrike">
                <a:solidFill>
                  <a:srgbClr val="000000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pc="-1" strike="noStrike">
                <a:solidFill>
                  <a:srgbClr val="000000"/>
                </a:solidFill>
                <a:latin typeface="Arial"/>
              </a:rPr>
              <a:t>Пчелки</a:t>
            </a: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540000" y="342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жу-жу-жу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2025-10-07T14:05:39Z</dcterms:created>
  <dc:creator/>
  <dc:description/>
  <dc:language>ru-RU</dc:language>
  <cp:lastModifiedBy/>
  <dcterms:modified xsi:type="dcterms:W3CDTF">2025-10-07T14:06:04Z</dcterms:modified>
  <cp:revision>2</cp:revision>
  <dc:subject/>
  <dc:title>Beehive</dc:title>
</cp:coreProperties>
</file>